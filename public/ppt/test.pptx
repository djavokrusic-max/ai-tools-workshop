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0000"/>
                </a:solidFill>
              </a:defRPr>
            </a:pPr>
            <a:r>
              <a:t>MoClawny帮你做的PPT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风格: 简约 | 页数: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323232"/>
                </a:solidFill>
              </a:defRPr>
            </a:pPr>
            <a:r>
              <a:t>测试大纲：第一页项目介绍，第二页团队成员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</a:defRPr>
            </a:pPr>
            <a:r>
              <a:t>感谢使用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MoClawny AI PPT 工坊 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